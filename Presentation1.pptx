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C681"/>
    <a:srgbClr val="FBD591"/>
    <a:srgbClr val="FEE19F"/>
    <a:srgbClr val="FFE3A7"/>
    <a:srgbClr val="ABC0E4"/>
    <a:srgbClr val="FBD391"/>
    <a:srgbClr val="EFC681"/>
    <a:srgbClr val="969696"/>
    <a:srgbClr val="FFE4A1"/>
    <a:srgbClr val="2424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609C-9B68-40DA-AC8B-78FB21480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62F14-FB5C-48C5-A771-EEDBE2BC1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C9C29-00FB-413C-B70E-86018184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7F1AC-BCF1-403E-8BCD-882443F8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58F7-317A-40AC-A68C-1D22EA6E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9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BF6C-456C-40AD-87BD-2FAD6B89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C6BD-E0AC-4708-BBC9-8688CA0B5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816E6-4B0A-40E0-B15A-2FC97062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4FF6F-3089-49AE-B20C-D8D681D4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9EE46-DB00-4E04-A38F-5B30A1DB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1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6B64-4FEA-4438-A475-79DA22B9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919FA-4CC8-46E0-8DE1-3C314BC96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958C8-F07B-4A27-975D-7E6D7BE6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E34C5-3885-43B6-B830-D6F1FD0E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40C22-6C9A-4F3C-836C-054A1B63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5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4430-6E1F-45C2-9312-AE5880CB3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A5B76-6611-464B-88E1-1C718CE8D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6F0B8-6B4A-49FA-B16F-BD5EE47B4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04540-3EA9-4AD5-A4ED-F7F77C51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DD8EE-31DA-4B37-B3D2-01EF43A1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5306-7E87-414E-A477-67EA977B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78D8-055F-4B46-9816-BB6ECFC8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50D81-AA19-4D29-A543-EE8C95B6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450F2-E040-4815-955D-1EAD57018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E5887-B2C1-4DFD-8974-B4EA4780B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0BEFA-3A63-4C73-A162-AA7D4F505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5B689-6725-4E70-AC5D-20B4C087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95FD4-9005-402C-9BD8-FEB5151F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30408-DE5C-405E-B3A3-E5DA0863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1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4EC5-EA50-4505-AB37-9E048345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2AC6D-36DC-43C2-95AE-2DF8F1B4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AB3CF-6E02-40D1-8FC3-E53F6D94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5569D-228F-4725-AEA1-4B965B00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5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C5BE8-D669-4911-8041-214A3EEB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A68D9-73C7-4CDC-A196-34160206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1361-DD5C-4065-9E12-EB8B82AB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9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E454-988A-493F-B056-2428144C2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12910-D06B-4E2B-8166-6C8E68182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D0F6D-4084-4FFE-9BBE-743D298E0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98B54-BD72-4D62-84ED-4C3E7709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9D21E-CB99-47B5-A276-4854B433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74E22-9E54-41A5-B620-E3CBF2E2D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3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4B1B2-714B-4E50-A332-CAF863EC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ED4EF-AF9A-4D48-B3EB-9B091A8C2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39EA0-7421-4DDF-BA31-3BF6AC009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B851D-0751-45B6-A480-CA4EB394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C034C-8B5B-49CE-A9B1-19557374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B1532-539F-4597-B5AE-CB92F6E4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0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DFDE-84D0-49A9-B948-912AF96B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E86E8-FD67-40DE-9308-E4FBD7470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E5242-54AC-4E9F-AA2D-038FC32C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2DDB1-1317-43F6-9E93-2E6CD165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F916F-5730-4623-8C0D-84E6D49D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062135-C915-4CFD-8FAB-CCC461178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521C2-3E88-4B82-8FB1-0E2237A4B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6E59-18AD-4921-9D27-7F1D5346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FA41D-9E17-41FF-8577-9178584F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32773-04DA-47EF-B265-FF35AE57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59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02E04-A31A-481D-9483-D098DBAB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67A7C-5AC1-4651-9164-C0063530B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ED665-5FA4-437A-B3B0-FF0ECFFC4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1940F-F202-4862-B13E-4359DDCE80F4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5E543-9233-4583-849A-5BC132D4B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0B964-CC48-49AC-9393-EBAC4EA8A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ED59-7736-4C67-9162-3BB55279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1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468712-92DD-4183-B401-230C898BCC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2" t="12773" r="4102" b="21827"/>
          <a:stretch/>
        </p:blipFill>
        <p:spPr>
          <a:xfrm>
            <a:off x="4533900" y="3263899"/>
            <a:ext cx="1496060" cy="33020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879384-C9C4-4777-9229-1CDE6F86B171}"/>
              </a:ext>
            </a:extLst>
          </p:cNvPr>
          <p:cNvSpPr/>
          <p:nvPr/>
        </p:nvSpPr>
        <p:spPr>
          <a:xfrm>
            <a:off x="4533900" y="2251076"/>
            <a:ext cx="930275" cy="330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107950" h="63500"/>
            <a:bevelB w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088C29-F84E-4721-87D7-A5D228F5BA55}"/>
              </a:ext>
            </a:extLst>
          </p:cNvPr>
          <p:cNvSpPr/>
          <p:nvPr/>
        </p:nvSpPr>
        <p:spPr>
          <a:xfrm>
            <a:off x="4533900" y="1793877"/>
            <a:ext cx="930275" cy="330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107950" h="63500"/>
            <a:bevelB w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Replay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374954-E199-44F1-BE77-23EAB321FF96}"/>
              </a:ext>
            </a:extLst>
          </p:cNvPr>
          <p:cNvSpPr/>
          <p:nvPr/>
        </p:nvSpPr>
        <p:spPr>
          <a:xfrm>
            <a:off x="4533900" y="1365252"/>
            <a:ext cx="930275" cy="330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107950" h="63500"/>
            <a:bevelB w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344665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0839441-E5BF-4421-8B2C-E581DF5850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9522" r="23806"/>
          <a:stretch/>
        </p:blipFill>
        <p:spPr>
          <a:xfrm>
            <a:off x="2760569" y="2519234"/>
            <a:ext cx="1386390" cy="1646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F31607-484F-4BD8-BA87-4CB8839D9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6894" y="2680215"/>
            <a:ext cx="1819529" cy="1819529"/>
          </a:xfrm>
          <a:prstGeom prst="triangle">
            <a:avLst>
              <a:gd name="adj" fmla="val 100000"/>
            </a:avLst>
          </a:prstGeom>
        </p:spPr>
      </p:pic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2A7EEA16-CF92-412D-A12F-EA94B4D6BF91}"/>
              </a:ext>
            </a:extLst>
          </p:cNvPr>
          <p:cNvSpPr/>
          <p:nvPr/>
        </p:nvSpPr>
        <p:spPr>
          <a:xfrm flipH="1" flipV="1">
            <a:off x="3964305" y="4156109"/>
            <a:ext cx="182654" cy="182654"/>
          </a:xfrm>
          <a:prstGeom prst="rtTriangle">
            <a:avLst/>
          </a:prstGeom>
          <a:solidFill>
            <a:srgbClr val="2424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BBB0F41D-78F1-44B3-AC7E-A772313A149D}"/>
              </a:ext>
            </a:extLst>
          </p:cNvPr>
          <p:cNvSpPr/>
          <p:nvPr/>
        </p:nvSpPr>
        <p:spPr>
          <a:xfrm flipH="1" flipV="1">
            <a:off x="2327430" y="2519234"/>
            <a:ext cx="433143" cy="433143"/>
          </a:xfrm>
          <a:prstGeom prst="rtTriangle">
            <a:avLst/>
          </a:prstGeom>
          <a:gradFill flip="none" rotWithShape="1">
            <a:gsLst>
              <a:gs pos="0">
                <a:srgbClr val="FFE3A7"/>
              </a:gs>
              <a:gs pos="35000">
                <a:srgbClr val="FEE19F"/>
              </a:gs>
              <a:gs pos="62000">
                <a:srgbClr val="FBD591"/>
              </a:gs>
              <a:gs pos="100000">
                <a:srgbClr val="EEC68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9F4D3-8F9D-4166-9C5F-00948E6F14C7}"/>
              </a:ext>
            </a:extLst>
          </p:cNvPr>
          <p:cNvSpPr/>
          <p:nvPr/>
        </p:nvSpPr>
        <p:spPr>
          <a:xfrm>
            <a:off x="2166894" y="2519679"/>
            <a:ext cx="1980065" cy="1980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7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352A13-8AC6-42B9-BA14-40D43278E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87" y="2524187"/>
            <a:ext cx="1809626" cy="180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0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64D2713-2691-403D-A433-7763971B0F7E}"/>
              </a:ext>
            </a:extLst>
          </p:cNvPr>
          <p:cNvGrpSpPr/>
          <p:nvPr/>
        </p:nvGrpSpPr>
        <p:grpSpPr>
          <a:xfrm>
            <a:off x="4489450" y="1352550"/>
            <a:ext cx="1651000" cy="1651000"/>
            <a:chOff x="4489450" y="1352550"/>
            <a:chExt cx="1651000" cy="1651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42560B-95F3-4339-A813-78368A117AD7}"/>
                </a:ext>
              </a:extLst>
            </p:cNvPr>
            <p:cNvSpPr/>
            <p:nvPr/>
          </p:nvSpPr>
          <p:spPr>
            <a:xfrm>
              <a:off x="4489450" y="1352550"/>
              <a:ext cx="1651000" cy="1651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53AB491-EDAF-4F42-91CF-75F991C66042}"/>
                </a:ext>
              </a:extLst>
            </p:cNvPr>
            <p:cNvSpPr/>
            <p:nvPr/>
          </p:nvSpPr>
          <p:spPr>
            <a:xfrm>
              <a:off x="4940300" y="1803400"/>
              <a:ext cx="749300" cy="7493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54B7CE-FCB1-4E46-8CE4-19803504298F}"/>
                </a:ext>
              </a:extLst>
            </p:cNvPr>
            <p:cNvSpPr/>
            <p:nvPr/>
          </p:nvSpPr>
          <p:spPr>
            <a:xfrm>
              <a:off x="5197475" y="1583290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8A5720-2D70-464A-9731-193BCAACCBBA}"/>
                </a:ext>
              </a:extLst>
            </p:cNvPr>
            <p:cNvSpPr/>
            <p:nvPr/>
          </p:nvSpPr>
          <p:spPr>
            <a:xfrm>
              <a:off x="5197475" y="2533650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0BCD1C-354D-4330-80F4-AD51729FF285}"/>
                </a:ext>
              </a:extLst>
            </p:cNvPr>
            <p:cNvSpPr/>
            <p:nvPr/>
          </p:nvSpPr>
          <p:spPr>
            <a:xfrm>
              <a:off x="5665787" y="2063232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37AE9F-959B-4030-80EC-EB1BBDF13E8E}"/>
                </a:ext>
              </a:extLst>
            </p:cNvPr>
            <p:cNvSpPr/>
            <p:nvPr/>
          </p:nvSpPr>
          <p:spPr>
            <a:xfrm>
              <a:off x="4721225" y="2063232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101810-C6DF-4A46-982B-5C7DE3ECC2E2}"/>
                </a:ext>
              </a:extLst>
            </p:cNvPr>
            <p:cNvSpPr/>
            <p:nvPr/>
          </p:nvSpPr>
          <p:spPr>
            <a:xfrm rot="2700000">
              <a:off x="5534577" y="1729375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DF7C93-AF47-44A8-8CCC-5B1F22C5BF19}"/>
                </a:ext>
              </a:extLst>
            </p:cNvPr>
            <p:cNvSpPr/>
            <p:nvPr/>
          </p:nvSpPr>
          <p:spPr>
            <a:xfrm rot="2700000">
              <a:off x="4883702" y="2397090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E143D76-4712-4873-AC9A-2AF4D2DEEDEC}"/>
                </a:ext>
              </a:extLst>
            </p:cNvPr>
            <p:cNvSpPr/>
            <p:nvPr/>
          </p:nvSpPr>
          <p:spPr>
            <a:xfrm rot="2700000">
              <a:off x="4860372" y="1724026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2FBEB6D-FD83-4CFF-99EB-1EC8C5B75E96}"/>
                </a:ext>
              </a:extLst>
            </p:cNvPr>
            <p:cNvSpPr/>
            <p:nvPr/>
          </p:nvSpPr>
          <p:spPr>
            <a:xfrm rot="2700000">
              <a:off x="5527673" y="2397089"/>
              <a:ext cx="234950" cy="234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B8F9FF-A16F-4AB9-89B5-88A34454AE09}"/>
                </a:ext>
              </a:extLst>
            </p:cNvPr>
            <p:cNvSpPr/>
            <p:nvPr/>
          </p:nvSpPr>
          <p:spPr>
            <a:xfrm>
              <a:off x="5167312" y="2033070"/>
              <a:ext cx="295275" cy="29527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405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 Swift 3</dc:creator>
  <cp:lastModifiedBy>Acer Swift 3</cp:lastModifiedBy>
  <cp:revision>17</cp:revision>
  <dcterms:created xsi:type="dcterms:W3CDTF">2024-05-19T05:46:04Z</dcterms:created>
  <dcterms:modified xsi:type="dcterms:W3CDTF">2024-06-21T09:32:48Z</dcterms:modified>
</cp:coreProperties>
</file>